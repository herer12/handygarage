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31187-031A-40E3-AA41-F0C6E469A4F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5FB7566-03F3-41EE-81AC-6AA5C4FCCA7F}">
      <dgm:prSet custT="1"/>
      <dgm:spPr/>
      <dgm:t>
        <a:bodyPr/>
        <a:lstStyle/>
        <a:p>
          <a:r>
            <a:rPr lang="de-DE" sz="2000" dirty="0"/>
            <a:t>Messung wie viel Strom Fließt</a:t>
          </a:r>
          <a:endParaRPr lang="en-US" sz="2000" dirty="0"/>
        </a:p>
      </dgm:t>
    </dgm:pt>
    <dgm:pt modelId="{C2E0AD94-E56E-4977-8E51-22B6E3AEDC2C}" type="parTrans" cxnId="{88FAA1D2-DEC5-4D58-BDA1-423FD3FD39C4}">
      <dgm:prSet/>
      <dgm:spPr/>
      <dgm:t>
        <a:bodyPr/>
        <a:lstStyle/>
        <a:p>
          <a:endParaRPr lang="en-US"/>
        </a:p>
      </dgm:t>
    </dgm:pt>
    <dgm:pt modelId="{6C168963-885E-42E9-B232-FE1C985BC8F7}" type="sibTrans" cxnId="{88FAA1D2-DEC5-4D58-BDA1-423FD3FD39C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D2FBAD46-A57B-4CC0-861D-D6E1C411D6B7}">
      <dgm:prSet custT="1"/>
      <dgm:spPr/>
      <dgm:t>
        <a:bodyPr/>
        <a:lstStyle/>
        <a:p>
          <a:r>
            <a:rPr lang="de-DE" sz="2000" dirty="0"/>
            <a:t>Steckplätze für </a:t>
          </a:r>
          <a:r>
            <a:rPr lang="de-DE" sz="2000" dirty="0" err="1"/>
            <a:t>usb</a:t>
          </a:r>
          <a:r>
            <a:rPr lang="de-DE" sz="2000" dirty="0"/>
            <a:t>-c und </a:t>
          </a:r>
          <a:r>
            <a:rPr lang="de-DE" sz="2000" dirty="0" err="1"/>
            <a:t>usb</a:t>
          </a:r>
          <a:r>
            <a:rPr lang="de-DE" sz="2000" dirty="0"/>
            <a:t>-a </a:t>
          </a:r>
          <a:endParaRPr lang="en-US" sz="2000" dirty="0"/>
        </a:p>
      </dgm:t>
    </dgm:pt>
    <dgm:pt modelId="{5D54F1B8-3B54-4E53-99FF-BFA6118C82DA}" type="parTrans" cxnId="{9BDDB722-8E25-45DD-B72B-8E450D438DEC}">
      <dgm:prSet/>
      <dgm:spPr/>
      <dgm:t>
        <a:bodyPr/>
        <a:lstStyle/>
        <a:p>
          <a:endParaRPr lang="en-US"/>
        </a:p>
      </dgm:t>
    </dgm:pt>
    <dgm:pt modelId="{6D81F630-EC57-443D-902C-A25E5DFFF3EF}" type="sibTrans" cxnId="{9BDDB722-8E25-45DD-B72B-8E450D438DE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FD043FD-33DC-4EA4-8389-C523A640CA0D}">
      <dgm:prSet custT="1"/>
      <dgm:spPr/>
      <dgm:t>
        <a:bodyPr/>
        <a:lstStyle/>
        <a:p>
          <a:r>
            <a:rPr lang="de-DE" sz="2000" dirty="0"/>
            <a:t>Statistiken wie lange ein Handy steckt</a:t>
          </a:r>
          <a:endParaRPr lang="en-US" sz="2000" dirty="0"/>
        </a:p>
      </dgm:t>
    </dgm:pt>
    <dgm:pt modelId="{4ECB6DEF-73B1-4FAF-BD12-E78EA89BB6F9}" type="parTrans" cxnId="{B2005F59-980B-490C-AEE6-60A2B25CE156}">
      <dgm:prSet/>
      <dgm:spPr/>
      <dgm:t>
        <a:bodyPr/>
        <a:lstStyle/>
        <a:p>
          <a:endParaRPr lang="en-US"/>
        </a:p>
      </dgm:t>
    </dgm:pt>
    <dgm:pt modelId="{91F4CAE6-6675-44F4-B94C-B3A74486DB14}" type="sibTrans" cxnId="{B2005F59-980B-490C-AEE6-60A2B25CE156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16003C44-926C-4A28-A0DD-D155C21F6731}">
      <dgm:prSet custT="1"/>
      <dgm:spPr/>
      <dgm:t>
        <a:bodyPr/>
        <a:lstStyle/>
        <a:p>
          <a:r>
            <a:rPr lang="de-DE" sz="2000" dirty="0"/>
            <a:t>Webseite mit einem Dashboard </a:t>
          </a:r>
          <a:endParaRPr lang="en-US" sz="2000" dirty="0"/>
        </a:p>
      </dgm:t>
    </dgm:pt>
    <dgm:pt modelId="{BB85EF41-8310-40D9-8134-7FE41208B156}" type="parTrans" cxnId="{62FB92A8-271C-4EBC-8333-114ACDD963B8}">
      <dgm:prSet/>
      <dgm:spPr/>
      <dgm:t>
        <a:bodyPr/>
        <a:lstStyle/>
        <a:p>
          <a:endParaRPr lang="en-US"/>
        </a:p>
      </dgm:t>
    </dgm:pt>
    <dgm:pt modelId="{1853169B-266A-4090-86ED-93655EA242F0}" type="sibTrans" cxnId="{62FB92A8-271C-4EBC-8333-114ACDD963B8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A217F3F-81F0-42C1-9216-D729CE2E06FE}">
      <dgm:prSet custT="1"/>
      <dgm:spPr/>
      <dgm:t>
        <a:bodyPr/>
        <a:lstStyle/>
        <a:p>
          <a:r>
            <a:rPr lang="de-DE" sz="2000" dirty="0"/>
            <a:t>Server </a:t>
          </a:r>
          <a:endParaRPr lang="en-US" sz="2000" dirty="0"/>
        </a:p>
      </dgm:t>
    </dgm:pt>
    <dgm:pt modelId="{C38347D0-E12D-4D50-AABA-CE8E367E184F}" type="parTrans" cxnId="{C0E2D473-C952-459B-92EC-3659614E1037}">
      <dgm:prSet/>
      <dgm:spPr/>
      <dgm:t>
        <a:bodyPr/>
        <a:lstStyle/>
        <a:p>
          <a:endParaRPr lang="en-US"/>
        </a:p>
      </dgm:t>
    </dgm:pt>
    <dgm:pt modelId="{78DECC1A-67E6-463F-B76C-F901E690AD6F}" type="sibTrans" cxnId="{C0E2D473-C952-459B-92EC-3659614E1037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7AFAE6F7-9846-4979-B018-33A5AB9412F1}">
      <dgm:prSet custT="1"/>
      <dgm:spPr/>
      <dgm:t>
        <a:bodyPr/>
        <a:lstStyle/>
        <a:p>
          <a:r>
            <a:rPr lang="de-DE" sz="2000" dirty="0"/>
            <a:t>Magnetverbindung</a:t>
          </a:r>
          <a:endParaRPr lang="en-US" sz="2000" dirty="0"/>
        </a:p>
      </dgm:t>
    </dgm:pt>
    <dgm:pt modelId="{4D4CFDAC-BA93-460A-AC13-BD5676A7E92B}" type="parTrans" cxnId="{231F2F93-1A50-446F-BE10-528779E6E0AF}">
      <dgm:prSet/>
      <dgm:spPr/>
      <dgm:t>
        <a:bodyPr/>
        <a:lstStyle/>
        <a:p>
          <a:endParaRPr lang="en-US"/>
        </a:p>
      </dgm:t>
    </dgm:pt>
    <dgm:pt modelId="{6D498A66-3C06-4387-B894-2490291447C8}" type="sibTrans" cxnId="{231F2F93-1A50-446F-BE10-528779E6E0AF}">
      <dgm:prSet phldrT="06" phldr="0"/>
      <dgm:spPr/>
      <dgm:t>
        <a:bodyPr/>
        <a:lstStyle/>
        <a:p>
          <a:r>
            <a:rPr lang="en-US"/>
            <a:t>06</a:t>
          </a:r>
        </a:p>
      </dgm:t>
    </dgm:pt>
    <dgm:pt modelId="{1C8FEB43-EF54-49A4-95FA-7A1116242BD3}" type="pres">
      <dgm:prSet presAssocID="{8F831187-031A-40E3-AA41-F0C6E469A4F1}" presName="Name0" presStyleCnt="0">
        <dgm:presLayoutVars>
          <dgm:animLvl val="lvl"/>
          <dgm:resizeHandles val="exact"/>
        </dgm:presLayoutVars>
      </dgm:prSet>
      <dgm:spPr/>
    </dgm:pt>
    <dgm:pt modelId="{5BD61D98-B791-45ED-8121-DF1DF557B4C7}" type="pres">
      <dgm:prSet presAssocID="{D5FB7566-03F3-41EE-81AC-6AA5C4FCCA7F}" presName="compositeNode" presStyleCnt="0">
        <dgm:presLayoutVars>
          <dgm:bulletEnabled val="1"/>
        </dgm:presLayoutVars>
      </dgm:prSet>
      <dgm:spPr/>
    </dgm:pt>
    <dgm:pt modelId="{7693F122-0D23-4DEC-B270-07A62956E0D5}" type="pres">
      <dgm:prSet presAssocID="{D5FB7566-03F3-41EE-81AC-6AA5C4FCCA7F}" presName="bgRect" presStyleLbl="alignNode1" presStyleIdx="0" presStyleCnt="6"/>
      <dgm:spPr/>
    </dgm:pt>
    <dgm:pt modelId="{CD666549-488B-4591-B50F-7CD47E471065}" type="pres">
      <dgm:prSet presAssocID="{6C168963-885E-42E9-B232-FE1C985BC8F7}" presName="sibTransNodeRect" presStyleLbl="alignNode1" presStyleIdx="0" presStyleCnt="6">
        <dgm:presLayoutVars>
          <dgm:chMax val="0"/>
          <dgm:bulletEnabled val="1"/>
        </dgm:presLayoutVars>
      </dgm:prSet>
      <dgm:spPr/>
    </dgm:pt>
    <dgm:pt modelId="{D0F11AF0-EB04-4720-895F-8B95C2A4668B}" type="pres">
      <dgm:prSet presAssocID="{D5FB7566-03F3-41EE-81AC-6AA5C4FCCA7F}" presName="nodeRect" presStyleLbl="alignNode1" presStyleIdx="0" presStyleCnt="6">
        <dgm:presLayoutVars>
          <dgm:bulletEnabled val="1"/>
        </dgm:presLayoutVars>
      </dgm:prSet>
      <dgm:spPr/>
    </dgm:pt>
    <dgm:pt modelId="{1E11282E-ACFB-4E31-996E-E42BEC01D5F2}" type="pres">
      <dgm:prSet presAssocID="{6C168963-885E-42E9-B232-FE1C985BC8F7}" presName="sibTrans" presStyleCnt="0"/>
      <dgm:spPr/>
    </dgm:pt>
    <dgm:pt modelId="{DD245816-60DA-48C4-8391-AB03674F06E8}" type="pres">
      <dgm:prSet presAssocID="{D2FBAD46-A57B-4CC0-861D-D6E1C411D6B7}" presName="compositeNode" presStyleCnt="0">
        <dgm:presLayoutVars>
          <dgm:bulletEnabled val="1"/>
        </dgm:presLayoutVars>
      </dgm:prSet>
      <dgm:spPr/>
    </dgm:pt>
    <dgm:pt modelId="{37DC90E7-73B0-4E44-A989-361682E30F77}" type="pres">
      <dgm:prSet presAssocID="{D2FBAD46-A57B-4CC0-861D-D6E1C411D6B7}" presName="bgRect" presStyleLbl="alignNode1" presStyleIdx="1" presStyleCnt="6"/>
      <dgm:spPr/>
    </dgm:pt>
    <dgm:pt modelId="{BF4EBFFB-A5B6-486D-9EAF-C77759F48841}" type="pres">
      <dgm:prSet presAssocID="{6D81F630-EC57-443D-902C-A25E5DFFF3EF}" presName="sibTransNodeRect" presStyleLbl="alignNode1" presStyleIdx="1" presStyleCnt="6">
        <dgm:presLayoutVars>
          <dgm:chMax val="0"/>
          <dgm:bulletEnabled val="1"/>
        </dgm:presLayoutVars>
      </dgm:prSet>
      <dgm:spPr/>
    </dgm:pt>
    <dgm:pt modelId="{19501490-E147-4312-8586-AD97F27B86CA}" type="pres">
      <dgm:prSet presAssocID="{D2FBAD46-A57B-4CC0-861D-D6E1C411D6B7}" presName="nodeRect" presStyleLbl="alignNode1" presStyleIdx="1" presStyleCnt="6">
        <dgm:presLayoutVars>
          <dgm:bulletEnabled val="1"/>
        </dgm:presLayoutVars>
      </dgm:prSet>
      <dgm:spPr/>
    </dgm:pt>
    <dgm:pt modelId="{C59807AD-E959-4B7D-93CB-9D6E95629ABC}" type="pres">
      <dgm:prSet presAssocID="{6D81F630-EC57-443D-902C-A25E5DFFF3EF}" presName="sibTrans" presStyleCnt="0"/>
      <dgm:spPr/>
    </dgm:pt>
    <dgm:pt modelId="{D64DA2AE-63CE-4118-B5CA-74E68B63F740}" type="pres">
      <dgm:prSet presAssocID="{2FD043FD-33DC-4EA4-8389-C523A640CA0D}" presName="compositeNode" presStyleCnt="0">
        <dgm:presLayoutVars>
          <dgm:bulletEnabled val="1"/>
        </dgm:presLayoutVars>
      </dgm:prSet>
      <dgm:spPr/>
    </dgm:pt>
    <dgm:pt modelId="{E750D083-C916-4471-BADA-C6E4433417C0}" type="pres">
      <dgm:prSet presAssocID="{2FD043FD-33DC-4EA4-8389-C523A640CA0D}" presName="bgRect" presStyleLbl="alignNode1" presStyleIdx="2" presStyleCnt="6"/>
      <dgm:spPr/>
    </dgm:pt>
    <dgm:pt modelId="{10C27F6E-ADA7-4B2D-BC49-BADC1F0ED144}" type="pres">
      <dgm:prSet presAssocID="{91F4CAE6-6675-44F4-B94C-B3A74486DB14}" presName="sibTransNodeRect" presStyleLbl="alignNode1" presStyleIdx="2" presStyleCnt="6">
        <dgm:presLayoutVars>
          <dgm:chMax val="0"/>
          <dgm:bulletEnabled val="1"/>
        </dgm:presLayoutVars>
      </dgm:prSet>
      <dgm:spPr/>
    </dgm:pt>
    <dgm:pt modelId="{C7E84444-9259-4022-B2CB-0B48F317C199}" type="pres">
      <dgm:prSet presAssocID="{2FD043FD-33DC-4EA4-8389-C523A640CA0D}" presName="nodeRect" presStyleLbl="alignNode1" presStyleIdx="2" presStyleCnt="6">
        <dgm:presLayoutVars>
          <dgm:bulletEnabled val="1"/>
        </dgm:presLayoutVars>
      </dgm:prSet>
      <dgm:spPr/>
    </dgm:pt>
    <dgm:pt modelId="{FED90D48-A91C-486D-A9A1-AC303B312A02}" type="pres">
      <dgm:prSet presAssocID="{91F4CAE6-6675-44F4-B94C-B3A74486DB14}" presName="sibTrans" presStyleCnt="0"/>
      <dgm:spPr/>
    </dgm:pt>
    <dgm:pt modelId="{84DB8089-4953-4315-AF40-E4B8A905EA8A}" type="pres">
      <dgm:prSet presAssocID="{16003C44-926C-4A28-A0DD-D155C21F6731}" presName="compositeNode" presStyleCnt="0">
        <dgm:presLayoutVars>
          <dgm:bulletEnabled val="1"/>
        </dgm:presLayoutVars>
      </dgm:prSet>
      <dgm:spPr/>
    </dgm:pt>
    <dgm:pt modelId="{C0937924-419B-42FA-9861-65DDD8C50424}" type="pres">
      <dgm:prSet presAssocID="{16003C44-926C-4A28-A0DD-D155C21F6731}" presName="bgRect" presStyleLbl="alignNode1" presStyleIdx="3" presStyleCnt="6"/>
      <dgm:spPr/>
    </dgm:pt>
    <dgm:pt modelId="{C9573E35-5E9F-4BCA-BA1A-0DE383248418}" type="pres">
      <dgm:prSet presAssocID="{1853169B-266A-4090-86ED-93655EA242F0}" presName="sibTransNodeRect" presStyleLbl="alignNode1" presStyleIdx="3" presStyleCnt="6">
        <dgm:presLayoutVars>
          <dgm:chMax val="0"/>
          <dgm:bulletEnabled val="1"/>
        </dgm:presLayoutVars>
      </dgm:prSet>
      <dgm:spPr/>
    </dgm:pt>
    <dgm:pt modelId="{7B6CE09E-34E4-4425-A64C-FF9072F67220}" type="pres">
      <dgm:prSet presAssocID="{16003C44-926C-4A28-A0DD-D155C21F6731}" presName="nodeRect" presStyleLbl="alignNode1" presStyleIdx="3" presStyleCnt="6">
        <dgm:presLayoutVars>
          <dgm:bulletEnabled val="1"/>
        </dgm:presLayoutVars>
      </dgm:prSet>
      <dgm:spPr/>
    </dgm:pt>
    <dgm:pt modelId="{07D4B92D-EDE1-46C4-9D0B-3314DD0D306A}" type="pres">
      <dgm:prSet presAssocID="{1853169B-266A-4090-86ED-93655EA242F0}" presName="sibTrans" presStyleCnt="0"/>
      <dgm:spPr/>
    </dgm:pt>
    <dgm:pt modelId="{1FAA18FE-9EAD-46E8-9168-90B4F467A10E}" type="pres">
      <dgm:prSet presAssocID="{5A217F3F-81F0-42C1-9216-D729CE2E06FE}" presName="compositeNode" presStyleCnt="0">
        <dgm:presLayoutVars>
          <dgm:bulletEnabled val="1"/>
        </dgm:presLayoutVars>
      </dgm:prSet>
      <dgm:spPr/>
    </dgm:pt>
    <dgm:pt modelId="{360F7963-3DEC-4CBC-A65B-6D2117DBAFBA}" type="pres">
      <dgm:prSet presAssocID="{5A217F3F-81F0-42C1-9216-D729CE2E06FE}" presName="bgRect" presStyleLbl="alignNode1" presStyleIdx="4" presStyleCnt="6"/>
      <dgm:spPr/>
    </dgm:pt>
    <dgm:pt modelId="{69FE32B5-0801-4A97-AD36-8170D620AFA9}" type="pres">
      <dgm:prSet presAssocID="{78DECC1A-67E6-463F-B76C-F901E690AD6F}" presName="sibTransNodeRect" presStyleLbl="alignNode1" presStyleIdx="4" presStyleCnt="6">
        <dgm:presLayoutVars>
          <dgm:chMax val="0"/>
          <dgm:bulletEnabled val="1"/>
        </dgm:presLayoutVars>
      </dgm:prSet>
      <dgm:spPr/>
    </dgm:pt>
    <dgm:pt modelId="{70FA26B2-7D43-4CB6-B52D-E8CA86DF647C}" type="pres">
      <dgm:prSet presAssocID="{5A217F3F-81F0-42C1-9216-D729CE2E06FE}" presName="nodeRect" presStyleLbl="alignNode1" presStyleIdx="4" presStyleCnt="6">
        <dgm:presLayoutVars>
          <dgm:bulletEnabled val="1"/>
        </dgm:presLayoutVars>
      </dgm:prSet>
      <dgm:spPr/>
    </dgm:pt>
    <dgm:pt modelId="{560D2B6E-3B78-4119-BD38-DF75E33E0DE5}" type="pres">
      <dgm:prSet presAssocID="{78DECC1A-67E6-463F-B76C-F901E690AD6F}" presName="sibTrans" presStyleCnt="0"/>
      <dgm:spPr/>
    </dgm:pt>
    <dgm:pt modelId="{83499CA8-E5C2-4CDA-A0E4-6DA42BB0B1C7}" type="pres">
      <dgm:prSet presAssocID="{7AFAE6F7-9846-4979-B018-33A5AB9412F1}" presName="compositeNode" presStyleCnt="0">
        <dgm:presLayoutVars>
          <dgm:bulletEnabled val="1"/>
        </dgm:presLayoutVars>
      </dgm:prSet>
      <dgm:spPr/>
    </dgm:pt>
    <dgm:pt modelId="{BBE9BBBB-EBC6-490C-9277-3ECAA1C62323}" type="pres">
      <dgm:prSet presAssocID="{7AFAE6F7-9846-4979-B018-33A5AB9412F1}" presName="bgRect" presStyleLbl="alignNode1" presStyleIdx="5" presStyleCnt="6"/>
      <dgm:spPr/>
    </dgm:pt>
    <dgm:pt modelId="{C40745A2-E32B-4EBD-B1B3-6C9606BA33EC}" type="pres">
      <dgm:prSet presAssocID="{6D498A66-3C06-4387-B894-2490291447C8}" presName="sibTransNodeRect" presStyleLbl="alignNode1" presStyleIdx="5" presStyleCnt="6">
        <dgm:presLayoutVars>
          <dgm:chMax val="0"/>
          <dgm:bulletEnabled val="1"/>
        </dgm:presLayoutVars>
      </dgm:prSet>
      <dgm:spPr/>
    </dgm:pt>
    <dgm:pt modelId="{746BAFD8-9DD5-4CD4-A813-46F08EAD0D07}" type="pres">
      <dgm:prSet presAssocID="{7AFAE6F7-9846-4979-B018-33A5AB9412F1}" presName="nodeRect" presStyleLbl="alignNode1" presStyleIdx="5" presStyleCnt="6">
        <dgm:presLayoutVars>
          <dgm:bulletEnabled val="1"/>
        </dgm:presLayoutVars>
      </dgm:prSet>
      <dgm:spPr/>
    </dgm:pt>
  </dgm:ptLst>
  <dgm:cxnLst>
    <dgm:cxn modelId="{B1DDD400-3B40-4772-9995-678A2253D6BE}" type="presOf" srcId="{16003C44-926C-4A28-A0DD-D155C21F6731}" destId="{7B6CE09E-34E4-4425-A64C-FF9072F67220}" srcOrd="1" destOrd="0" presId="urn:microsoft.com/office/officeart/2016/7/layout/LinearBlockProcessNumbered"/>
    <dgm:cxn modelId="{8FF96616-B715-466F-A190-7377007F8BA1}" type="presOf" srcId="{2FD043FD-33DC-4EA4-8389-C523A640CA0D}" destId="{E750D083-C916-4471-BADA-C6E4433417C0}" srcOrd="0" destOrd="0" presId="urn:microsoft.com/office/officeart/2016/7/layout/LinearBlockProcessNumbered"/>
    <dgm:cxn modelId="{14F04C1B-BBE4-4C4F-B4C7-D26FB3444DC7}" type="presOf" srcId="{16003C44-926C-4A28-A0DD-D155C21F6731}" destId="{C0937924-419B-42FA-9861-65DDD8C50424}" srcOrd="0" destOrd="0" presId="urn:microsoft.com/office/officeart/2016/7/layout/LinearBlockProcessNumbered"/>
    <dgm:cxn modelId="{9BDDB722-8E25-45DD-B72B-8E450D438DEC}" srcId="{8F831187-031A-40E3-AA41-F0C6E469A4F1}" destId="{D2FBAD46-A57B-4CC0-861D-D6E1C411D6B7}" srcOrd="1" destOrd="0" parTransId="{5D54F1B8-3B54-4E53-99FF-BFA6118C82DA}" sibTransId="{6D81F630-EC57-443D-902C-A25E5DFFF3EF}"/>
    <dgm:cxn modelId="{3EDDBD23-9B12-4B48-9B35-0024E5D8D8AB}" type="presOf" srcId="{8F831187-031A-40E3-AA41-F0C6E469A4F1}" destId="{1C8FEB43-EF54-49A4-95FA-7A1116242BD3}" srcOrd="0" destOrd="0" presId="urn:microsoft.com/office/officeart/2016/7/layout/LinearBlockProcessNumbered"/>
    <dgm:cxn modelId="{F826B73E-9530-42A0-B949-B0E76A5D3B9D}" type="presOf" srcId="{91F4CAE6-6675-44F4-B94C-B3A74486DB14}" destId="{10C27F6E-ADA7-4B2D-BC49-BADC1F0ED144}" srcOrd="0" destOrd="0" presId="urn:microsoft.com/office/officeart/2016/7/layout/LinearBlockProcessNumbered"/>
    <dgm:cxn modelId="{73621242-1CB5-49F7-90A2-59E687AA6F06}" type="presOf" srcId="{6C168963-885E-42E9-B232-FE1C985BC8F7}" destId="{CD666549-488B-4591-B50F-7CD47E471065}" srcOrd="0" destOrd="0" presId="urn:microsoft.com/office/officeart/2016/7/layout/LinearBlockProcessNumbered"/>
    <dgm:cxn modelId="{3083F044-0E70-40B1-9511-8A3F0F8BC311}" type="presOf" srcId="{D5FB7566-03F3-41EE-81AC-6AA5C4FCCA7F}" destId="{D0F11AF0-EB04-4720-895F-8B95C2A4668B}" srcOrd="1" destOrd="0" presId="urn:microsoft.com/office/officeart/2016/7/layout/LinearBlockProcessNumbered"/>
    <dgm:cxn modelId="{B67B474A-055B-4D26-BD83-93677251C8FF}" type="presOf" srcId="{1853169B-266A-4090-86ED-93655EA242F0}" destId="{C9573E35-5E9F-4BCA-BA1A-0DE383248418}" srcOrd="0" destOrd="0" presId="urn:microsoft.com/office/officeart/2016/7/layout/LinearBlockProcessNumbered"/>
    <dgm:cxn modelId="{0F52764A-9119-45DD-A832-45366A6D9207}" type="presOf" srcId="{2FD043FD-33DC-4EA4-8389-C523A640CA0D}" destId="{C7E84444-9259-4022-B2CB-0B48F317C199}" srcOrd="1" destOrd="0" presId="urn:microsoft.com/office/officeart/2016/7/layout/LinearBlockProcessNumbered"/>
    <dgm:cxn modelId="{F806846D-F132-4310-8DBE-94408F8EEE84}" type="presOf" srcId="{5A217F3F-81F0-42C1-9216-D729CE2E06FE}" destId="{70FA26B2-7D43-4CB6-B52D-E8CA86DF647C}" srcOrd="1" destOrd="0" presId="urn:microsoft.com/office/officeart/2016/7/layout/LinearBlockProcessNumbered"/>
    <dgm:cxn modelId="{C0E2D473-C952-459B-92EC-3659614E1037}" srcId="{8F831187-031A-40E3-AA41-F0C6E469A4F1}" destId="{5A217F3F-81F0-42C1-9216-D729CE2E06FE}" srcOrd="4" destOrd="0" parTransId="{C38347D0-E12D-4D50-AABA-CE8E367E184F}" sibTransId="{78DECC1A-67E6-463F-B76C-F901E690AD6F}"/>
    <dgm:cxn modelId="{B2005F59-980B-490C-AEE6-60A2B25CE156}" srcId="{8F831187-031A-40E3-AA41-F0C6E469A4F1}" destId="{2FD043FD-33DC-4EA4-8389-C523A640CA0D}" srcOrd="2" destOrd="0" parTransId="{4ECB6DEF-73B1-4FAF-BD12-E78EA89BB6F9}" sibTransId="{91F4CAE6-6675-44F4-B94C-B3A74486DB14}"/>
    <dgm:cxn modelId="{D6D80782-F108-4E44-98F6-49EA6ABC071D}" type="presOf" srcId="{7AFAE6F7-9846-4979-B018-33A5AB9412F1}" destId="{BBE9BBBB-EBC6-490C-9277-3ECAA1C62323}" srcOrd="0" destOrd="0" presId="urn:microsoft.com/office/officeart/2016/7/layout/LinearBlockProcessNumbered"/>
    <dgm:cxn modelId="{231F2F93-1A50-446F-BE10-528779E6E0AF}" srcId="{8F831187-031A-40E3-AA41-F0C6E469A4F1}" destId="{7AFAE6F7-9846-4979-B018-33A5AB9412F1}" srcOrd="5" destOrd="0" parTransId="{4D4CFDAC-BA93-460A-AC13-BD5676A7E92B}" sibTransId="{6D498A66-3C06-4387-B894-2490291447C8}"/>
    <dgm:cxn modelId="{02E75D9A-AD9E-4F71-9965-D9620567FCAD}" type="presOf" srcId="{5A217F3F-81F0-42C1-9216-D729CE2E06FE}" destId="{360F7963-3DEC-4CBC-A65B-6D2117DBAFBA}" srcOrd="0" destOrd="0" presId="urn:microsoft.com/office/officeart/2016/7/layout/LinearBlockProcessNumbered"/>
    <dgm:cxn modelId="{CB55B99A-31EB-4489-B677-BC7BFBB1352F}" type="presOf" srcId="{D2FBAD46-A57B-4CC0-861D-D6E1C411D6B7}" destId="{19501490-E147-4312-8586-AD97F27B86CA}" srcOrd="1" destOrd="0" presId="urn:microsoft.com/office/officeart/2016/7/layout/LinearBlockProcessNumbered"/>
    <dgm:cxn modelId="{959267A6-68ED-45C3-85E0-1D5C1571008C}" type="presOf" srcId="{D5FB7566-03F3-41EE-81AC-6AA5C4FCCA7F}" destId="{7693F122-0D23-4DEC-B270-07A62956E0D5}" srcOrd="0" destOrd="0" presId="urn:microsoft.com/office/officeart/2016/7/layout/LinearBlockProcessNumbered"/>
    <dgm:cxn modelId="{62FB92A8-271C-4EBC-8333-114ACDD963B8}" srcId="{8F831187-031A-40E3-AA41-F0C6E469A4F1}" destId="{16003C44-926C-4A28-A0DD-D155C21F6731}" srcOrd="3" destOrd="0" parTransId="{BB85EF41-8310-40D9-8134-7FE41208B156}" sibTransId="{1853169B-266A-4090-86ED-93655EA242F0}"/>
    <dgm:cxn modelId="{C1E71FAB-AB0E-40BC-B5B6-3EBA3BDC0A4D}" type="presOf" srcId="{7AFAE6F7-9846-4979-B018-33A5AB9412F1}" destId="{746BAFD8-9DD5-4CD4-A813-46F08EAD0D07}" srcOrd="1" destOrd="0" presId="urn:microsoft.com/office/officeart/2016/7/layout/LinearBlockProcessNumbered"/>
    <dgm:cxn modelId="{A974D5AE-5143-468E-89FF-DB59AC72E26C}" type="presOf" srcId="{6D81F630-EC57-443D-902C-A25E5DFFF3EF}" destId="{BF4EBFFB-A5B6-486D-9EAF-C77759F48841}" srcOrd="0" destOrd="0" presId="urn:microsoft.com/office/officeart/2016/7/layout/LinearBlockProcessNumbered"/>
    <dgm:cxn modelId="{88FAA1D2-DEC5-4D58-BDA1-423FD3FD39C4}" srcId="{8F831187-031A-40E3-AA41-F0C6E469A4F1}" destId="{D5FB7566-03F3-41EE-81AC-6AA5C4FCCA7F}" srcOrd="0" destOrd="0" parTransId="{C2E0AD94-E56E-4977-8E51-22B6E3AEDC2C}" sibTransId="{6C168963-885E-42E9-B232-FE1C985BC8F7}"/>
    <dgm:cxn modelId="{948F6ED3-EE40-4329-A700-A7796CC0173C}" type="presOf" srcId="{6D498A66-3C06-4387-B894-2490291447C8}" destId="{C40745A2-E32B-4EBD-B1B3-6C9606BA33EC}" srcOrd="0" destOrd="0" presId="urn:microsoft.com/office/officeart/2016/7/layout/LinearBlockProcessNumbered"/>
    <dgm:cxn modelId="{32CF8CD7-DDF9-4507-B6C6-9299E798803E}" type="presOf" srcId="{D2FBAD46-A57B-4CC0-861D-D6E1C411D6B7}" destId="{37DC90E7-73B0-4E44-A989-361682E30F77}" srcOrd="0" destOrd="0" presId="urn:microsoft.com/office/officeart/2016/7/layout/LinearBlockProcessNumbered"/>
    <dgm:cxn modelId="{6D18FCDC-4B5B-44D6-B872-D2DADAB5F0F7}" type="presOf" srcId="{78DECC1A-67E6-463F-B76C-F901E690AD6F}" destId="{69FE32B5-0801-4A97-AD36-8170D620AFA9}" srcOrd="0" destOrd="0" presId="urn:microsoft.com/office/officeart/2016/7/layout/LinearBlockProcessNumbered"/>
    <dgm:cxn modelId="{0814E5EE-B4C9-47FC-85F3-0150A7151DB4}" type="presParOf" srcId="{1C8FEB43-EF54-49A4-95FA-7A1116242BD3}" destId="{5BD61D98-B791-45ED-8121-DF1DF557B4C7}" srcOrd="0" destOrd="0" presId="urn:microsoft.com/office/officeart/2016/7/layout/LinearBlockProcessNumbered"/>
    <dgm:cxn modelId="{0E276376-FDEB-49AA-B6CB-8792276E9FDB}" type="presParOf" srcId="{5BD61D98-B791-45ED-8121-DF1DF557B4C7}" destId="{7693F122-0D23-4DEC-B270-07A62956E0D5}" srcOrd="0" destOrd="0" presId="urn:microsoft.com/office/officeart/2016/7/layout/LinearBlockProcessNumbered"/>
    <dgm:cxn modelId="{58827DCF-9A91-48FE-A913-0A70394A50FF}" type="presParOf" srcId="{5BD61D98-B791-45ED-8121-DF1DF557B4C7}" destId="{CD666549-488B-4591-B50F-7CD47E471065}" srcOrd="1" destOrd="0" presId="urn:microsoft.com/office/officeart/2016/7/layout/LinearBlockProcessNumbered"/>
    <dgm:cxn modelId="{D6F717DB-28D8-4396-AC5E-7DD21F04D38F}" type="presParOf" srcId="{5BD61D98-B791-45ED-8121-DF1DF557B4C7}" destId="{D0F11AF0-EB04-4720-895F-8B95C2A4668B}" srcOrd="2" destOrd="0" presId="urn:microsoft.com/office/officeart/2016/7/layout/LinearBlockProcessNumbered"/>
    <dgm:cxn modelId="{C4DBAD96-48A0-45D2-8730-C3C10C4B7A39}" type="presParOf" srcId="{1C8FEB43-EF54-49A4-95FA-7A1116242BD3}" destId="{1E11282E-ACFB-4E31-996E-E42BEC01D5F2}" srcOrd="1" destOrd="0" presId="urn:microsoft.com/office/officeart/2016/7/layout/LinearBlockProcessNumbered"/>
    <dgm:cxn modelId="{42E0AE0B-3368-4A2A-98F6-BBD40F754799}" type="presParOf" srcId="{1C8FEB43-EF54-49A4-95FA-7A1116242BD3}" destId="{DD245816-60DA-48C4-8391-AB03674F06E8}" srcOrd="2" destOrd="0" presId="urn:microsoft.com/office/officeart/2016/7/layout/LinearBlockProcessNumbered"/>
    <dgm:cxn modelId="{8CF10275-2590-4AFB-B15E-5468E3E0326D}" type="presParOf" srcId="{DD245816-60DA-48C4-8391-AB03674F06E8}" destId="{37DC90E7-73B0-4E44-A989-361682E30F77}" srcOrd="0" destOrd="0" presId="urn:microsoft.com/office/officeart/2016/7/layout/LinearBlockProcessNumbered"/>
    <dgm:cxn modelId="{8EA1DBFA-EBFB-4E93-8C5E-709190EFA9A3}" type="presParOf" srcId="{DD245816-60DA-48C4-8391-AB03674F06E8}" destId="{BF4EBFFB-A5B6-486D-9EAF-C77759F48841}" srcOrd="1" destOrd="0" presId="urn:microsoft.com/office/officeart/2016/7/layout/LinearBlockProcessNumbered"/>
    <dgm:cxn modelId="{0E5A4130-1F09-4817-8D88-3F425966E4D9}" type="presParOf" srcId="{DD245816-60DA-48C4-8391-AB03674F06E8}" destId="{19501490-E147-4312-8586-AD97F27B86CA}" srcOrd="2" destOrd="0" presId="urn:microsoft.com/office/officeart/2016/7/layout/LinearBlockProcessNumbered"/>
    <dgm:cxn modelId="{9CA146D3-BAE5-4A7B-BB2E-586262E0B803}" type="presParOf" srcId="{1C8FEB43-EF54-49A4-95FA-7A1116242BD3}" destId="{C59807AD-E959-4B7D-93CB-9D6E95629ABC}" srcOrd="3" destOrd="0" presId="urn:microsoft.com/office/officeart/2016/7/layout/LinearBlockProcessNumbered"/>
    <dgm:cxn modelId="{831A18D2-1ABD-45CC-886B-F04C3E40D761}" type="presParOf" srcId="{1C8FEB43-EF54-49A4-95FA-7A1116242BD3}" destId="{D64DA2AE-63CE-4118-B5CA-74E68B63F740}" srcOrd="4" destOrd="0" presId="urn:microsoft.com/office/officeart/2016/7/layout/LinearBlockProcessNumbered"/>
    <dgm:cxn modelId="{A697C52E-ADC4-43FA-B7C0-8732BEF9A43A}" type="presParOf" srcId="{D64DA2AE-63CE-4118-B5CA-74E68B63F740}" destId="{E750D083-C916-4471-BADA-C6E4433417C0}" srcOrd="0" destOrd="0" presId="urn:microsoft.com/office/officeart/2016/7/layout/LinearBlockProcessNumbered"/>
    <dgm:cxn modelId="{2CCF63C5-AC63-4920-A16B-D642FAB7811F}" type="presParOf" srcId="{D64DA2AE-63CE-4118-B5CA-74E68B63F740}" destId="{10C27F6E-ADA7-4B2D-BC49-BADC1F0ED144}" srcOrd="1" destOrd="0" presId="urn:microsoft.com/office/officeart/2016/7/layout/LinearBlockProcessNumbered"/>
    <dgm:cxn modelId="{6DC762B0-7561-4F43-B50C-1222CA50F5DC}" type="presParOf" srcId="{D64DA2AE-63CE-4118-B5CA-74E68B63F740}" destId="{C7E84444-9259-4022-B2CB-0B48F317C199}" srcOrd="2" destOrd="0" presId="urn:microsoft.com/office/officeart/2016/7/layout/LinearBlockProcessNumbered"/>
    <dgm:cxn modelId="{99E3284D-0068-4638-AE3F-D69507C2B895}" type="presParOf" srcId="{1C8FEB43-EF54-49A4-95FA-7A1116242BD3}" destId="{FED90D48-A91C-486D-A9A1-AC303B312A02}" srcOrd="5" destOrd="0" presId="urn:microsoft.com/office/officeart/2016/7/layout/LinearBlockProcessNumbered"/>
    <dgm:cxn modelId="{DBB070F1-7A72-41B0-9DDE-69E814B1D532}" type="presParOf" srcId="{1C8FEB43-EF54-49A4-95FA-7A1116242BD3}" destId="{84DB8089-4953-4315-AF40-E4B8A905EA8A}" srcOrd="6" destOrd="0" presId="urn:microsoft.com/office/officeart/2016/7/layout/LinearBlockProcessNumbered"/>
    <dgm:cxn modelId="{DC5EF414-452A-4E91-B1C2-8465D7CAEA82}" type="presParOf" srcId="{84DB8089-4953-4315-AF40-E4B8A905EA8A}" destId="{C0937924-419B-42FA-9861-65DDD8C50424}" srcOrd="0" destOrd="0" presId="urn:microsoft.com/office/officeart/2016/7/layout/LinearBlockProcessNumbered"/>
    <dgm:cxn modelId="{8A1DD813-E0A6-4028-B371-4CEB7BEBA902}" type="presParOf" srcId="{84DB8089-4953-4315-AF40-E4B8A905EA8A}" destId="{C9573E35-5E9F-4BCA-BA1A-0DE383248418}" srcOrd="1" destOrd="0" presId="urn:microsoft.com/office/officeart/2016/7/layout/LinearBlockProcessNumbered"/>
    <dgm:cxn modelId="{487CA6B5-42D5-405B-9E8A-57FC6D1F798F}" type="presParOf" srcId="{84DB8089-4953-4315-AF40-E4B8A905EA8A}" destId="{7B6CE09E-34E4-4425-A64C-FF9072F67220}" srcOrd="2" destOrd="0" presId="urn:microsoft.com/office/officeart/2016/7/layout/LinearBlockProcessNumbered"/>
    <dgm:cxn modelId="{C61ABA6E-A002-468F-8B68-F6079E4571C3}" type="presParOf" srcId="{1C8FEB43-EF54-49A4-95FA-7A1116242BD3}" destId="{07D4B92D-EDE1-46C4-9D0B-3314DD0D306A}" srcOrd="7" destOrd="0" presId="urn:microsoft.com/office/officeart/2016/7/layout/LinearBlockProcessNumbered"/>
    <dgm:cxn modelId="{8E030DA4-3237-4908-9338-0A6119D23BD7}" type="presParOf" srcId="{1C8FEB43-EF54-49A4-95FA-7A1116242BD3}" destId="{1FAA18FE-9EAD-46E8-9168-90B4F467A10E}" srcOrd="8" destOrd="0" presId="urn:microsoft.com/office/officeart/2016/7/layout/LinearBlockProcessNumbered"/>
    <dgm:cxn modelId="{2246ABA9-AF69-49E5-B290-F50703A6D4E7}" type="presParOf" srcId="{1FAA18FE-9EAD-46E8-9168-90B4F467A10E}" destId="{360F7963-3DEC-4CBC-A65B-6D2117DBAFBA}" srcOrd="0" destOrd="0" presId="urn:microsoft.com/office/officeart/2016/7/layout/LinearBlockProcessNumbered"/>
    <dgm:cxn modelId="{8B599FD8-4911-4883-866D-2C30AE2CA1DD}" type="presParOf" srcId="{1FAA18FE-9EAD-46E8-9168-90B4F467A10E}" destId="{69FE32B5-0801-4A97-AD36-8170D620AFA9}" srcOrd="1" destOrd="0" presId="urn:microsoft.com/office/officeart/2016/7/layout/LinearBlockProcessNumbered"/>
    <dgm:cxn modelId="{97A32C39-5EC8-4091-8322-04C58C98B4EC}" type="presParOf" srcId="{1FAA18FE-9EAD-46E8-9168-90B4F467A10E}" destId="{70FA26B2-7D43-4CB6-B52D-E8CA86DF647C}" srcOrd="2" destOrd="0" presId="urn:microsoft.com/office/officeart/2016/7/layout/LinearBlockProcessNumbered"/>
    <dgm:cxn modelId="{CB1C9774-9746-4A8D-9F49-B0C637FABACC}" type="presParOf" srcId="{1C8FEB43-EF54-49A4-95FA-7A1116242BD3}" destId="{560D2B6E-3B78-4119-BD38-DF75E33E0DE5}" srcOrd="9" destOrd="0" presId="urn:microsoft.com/office/officeart/2016/7/layout/LinearBlockProcessNumbered"/>
    <dgm:cxn modelId="{64B73A06-BBF1-46CC-9004-82A5A38C8442}" type="presParOf" srcId="{1C8FEB43-EF54-49A4-95FA-7A1116242BD3}" destId="{83499CA8-E5C2-4CDA-A0E4-6DA42BB0B1C7}" srcOrd="10" destOrd="0" presId="urn:microsoft.com/office/officeart/2016/7/layout/LinearBlockProcessNumbered"/>
    <dgm:cxn modelId="{456CB011-CF6D-4CF8-90FD-8BBECECB53A7}" type="presParOf" srcId="{83499CA8-E5C2-4CDA-A0E4-6DA42BB0B1C7}" destId="{BBE9BBBB-EBC6-490C-9277-3ECAA1C62323}" srcOrd="0" destOrd="0" presId="urn:microsoft.com/office/officeart/2016/7/layout/LinearBlockProcessNumbered"/>
    <dgm:cxn modelId="{BAA8307C-F65B-4BCD-868B-EA097BDD6225}" type="presParOf" srcId="{83499CA8-E5C2-4CDA-A0E4-6DA42BB0B1C7}" destId="{C40745A2-E32B-4EBD-B1B3-6C9606BA33EC}" srcOrd="1" destOrd="0" presId="urn:microsoft.com/office/officeart/2016/7/layout/LinearBlockProcessNumbered"/>
    <dgm:cxn modelId="{28293EA5-5BAA-4376-9435-F9BD2D5A5440}" type="presParOf" srcId="{83499CA8-E5C2-4CDA-A0E4-6DA42BB0B1C7}" destId="{746BAFD8-9DD5-4CD4-A813-46F08EAD0D0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93F122-0D23-4DEC-B270-07A62956E0D5}">
      <dsp:nvSpPr>
        <dsp:cNvPr id="0" name=""/>
        <dsp:cNvSpPr/>
      </dsp:nvSpPr>
      <dsp:spPr>
        <a:xfrm>
          <a:off x="0" y="1189831"/>
          <a:ext cx="1643062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Messung wie viel Strom Fließt</a:t>
          </a:r>
          <a:endParaRPr lang="en-US" sz="2000" kern="1200" dirty="0"/>
        </a:p>
      </dsp:txBody>
      <dsp:txXfrm>
        <a:off x="0" y="1978501"/>
        <a:ext cx="1643062" cy="1183005"/>
      </dsp:txXfrm>
    </dsp:sp>
    <dsp:sp modelId="{CD666549-488B-4591-B50F-7CD47E471065}">
      <dsp:nvSpPr>
        <dsp:cNvPr id="0" name=""/>
        <dsp:cNvSpPr/>
      </dsp:nvSpPr>
      <dsp:spPr>
        <a:xfrm>
          <a:off x="0" y="1189831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01</a:t>
          </a:r>
        </a:p>
      </dsp:txBody>
      <dsp:txXfrm>
        <a:off x="0" y="1189831"/>
        <a:ext cx="1643062" cy="788670"/>
      </dsp:txXfrm>
    </dsp:sp>
    <dsp:sp modelId="{37DC90E7-73B0-4E44-A989-361682E30F77}">
      <dsp:nvSpPr>
        <dsp:cNvPr id="0" name=""/>
        <dsp:cNvSpPr/>
      </dsp:nvSpPr>
      <dsp:spPr>
        <a:xfrm>
          <a:off x="1774507" y="1189831"/>
          <a:ext cx="1643062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Steckplätze für </a:t>
          </a:r>
          <a:r>
            <a:rPr lang="de-DE" sz="2000" kern="1200" dirty="0" err="1"/>
            <a:t>usb</a:t>
          </a:r>
          <a:r>
            <a:rPr lang="de-DE" sz="2000" kern="1200" dirty="0"/>
            <a:t>-c und </a:t>
          </a:r>
          <a:r>
            <a:rPr lang="de-DE" sz="2000" kern="1200" dirty="0" err="1"/>
            <a:t>usb</a:t>
          </a:r>
          <a:r>
            <a:rPr lang="de-DE" sz="2000" kern="1200" dirty="0"/>
            <a:t>-a </a:t>
          </a:r>
          <a:endParaRPr lang="en-US" sz="2000" kern="1200" dirty="0"/>
        </a:p>
      </dsp:txBody>
      <dsp:txXfrm>
        <a:off x="1774507" y="1978501"/>
        <a:ext cx="1643062" cy="1183005"/>
      </dsp:txXfrm>
    </dsp:sp>
    <dsp:sp modelId="{BF4EBFFB-A5B6-486D-9EAF-C77759F48841}">
      <dsp:nvSpPr>
        <dsp:cNvPr id="0" name=""/>
        <dsp:cNvSpPr/>
      </dsp:nvSpPr>
      <dsp:spPr>
        <a:xfrm>
          <a:off x="1774507" y="1189831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02</a:t>
          </a:r>
        </a:p>
      </dsp:txBody>
      <dsp:txXfrm>
        <a:off x="1774507" y="1189831"/>
        <a:ext cx="1643062" cy="788670"/>
      </dsp:txXfrm>
    </dsp:sp>
    <dsp:sp modelId="{E750D083-C916-4471-BADA-C6E4433417C0}">
      <dsp:nvSpPr>
        <dsp:cNvPr id="0" name=""/>
        <dsp:cNvSpPr/>
      </dsp:nvSpPr>
      <dsp:spPr>
        <a:xfrm>
          <a:off x="3549015" y="1189831"/>
          <a:ext cx="1643062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Statistiken wie lange ein Handy steckt</a:t>
          </a:r>
          <a:endParaRPr lang="en-US" sz="2000" kern="1200" dirty="0"/>
        </a:p>
      </dsp:txBody>
      <dsp:txXfrm>
        <a:off x="3549015" y="1978501"/>
        <a:ext cx="1643062" cy="1183005"/>
      </dsp:txXfrm>
    </dsp:sp>
    <dsp:sp modelId="{10C27F6E-ADA7-4B2D-BC49-BADC1F0ED144}">
      <dsp:nvSpPr>
        <dsp:cNvPr id="0" name=""/>
        <dsp:cNvSpPr/>
      </dsp:nvSpPr>
      <dsp:spPr>
        <a:xfrm>
          <a:off x="3549015" y="1189831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03</a:t>
          </a:r>
        </a:p>
      </dsp:txBody>
      <dsp:txXfrm>
        <a:off x="3549015" y="1189831"/>
        <a:ext cx="1643062" cy="788670"/>
      </dsp:txXfrm>
    </dsp:sp>
    <dsp:sp modelId="{C0937924-419B-42FA-9861-65DDD8C50424}">
      <dsp:nvSpPr>
        <dsp:cNvPr id="0" name=""/>
        <dsp:cNvSpPr/>
      </dsp:nvSpPr>
      <dsp:spPr>
        <a:xfrm>
          <a:off x="5323522" y="1189831"/>
          <a:ext cx="1643062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Webseite mit einem Dashboard </a:t>
          </a:r>
          <a:endParaRPr lang="en-US" sz="2000" kern="1200" dirty="0"/>
        </a:p>
      </dsp:txBody>
      <dsp:txXfrm>
        <a:off x="5323522" y="1978501"/>
        <a:ext cx="1643062" cy="1183005"/>
      </dsp:txXfrm>
    </dsp:sp>
    <dsp:sp modelId="{C9573E35-5E9F-4BCA-BA1A-0DE383248418}">
      <dsp:nvSpPr>
        <dsp:cNvPr id="0" name=""/>
        <dsp:cNvSpPr/>
      </dsp:nvSpPr>
      <dsp:spPr>
        <a:xfrm>
          <a:off x="5323522" y="1189831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04</a:t>
          </a:r>
        </a:p>
      </dsp:txBody>
      <dsp:txXfrm>
        <a:off x="5323522" y="1189831"/>
        <a:ext cx="1643062" cy="788670"/>
      </dsp:txXfrm>
    </dsp:sp>
    <dsp:sp modelId="{360F7963-3DEC-4CBC-A65B-6D2117DBAFBA}">
      <dsp:nvSpPr>
        <dsp:cNvPr id="0" name=""/>
        <dsp:cNvSpPr/>
      </dsp:nvSpPr>
      <dsp:spPr>
        <a:xfrm>
          <a:off x="7098030" y="1189831"/>
          <a:ext cx="1643062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Server </a:t>
          </a:r>
          <a:endParaRPr lang="en-US" sz="2000" kern="1200" dirty="0"/>
        </a:p>
      </dsp:txBody>
      <dsp:txXfrm>
        <a:off x="7098030" y="1978501"/>
        <a:ext cx="1643062" cy="1183005"/>
      </dsp:txXfrm>
    </dsp:sp>
    <dsp:sp modelId="{69FE32B5-0801-4A97-AD36-8170D620AFA9}">
      <dsp:nvSpPr>
        <dsp:cNvPr id="0" name=""/>
        <dsp:cNvSpPr/>
      </dsp:nvSpPr>
      <dsp:spPr>
        <a:xfrm>
          <a:off x="7098030" y="1189831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05</a:t>
          </a:r>
        </a:p>
      </dsp:txBody>
      <dsp:txXfrm>
        <a:off x="7098030" y="1189831"/>
        <a:ext cx="1643062" cy="788670"/>
      </dsp:txXfrm>
    </dsp:sp>
    <dsp:sp modelId="{BBE9BBBB-EBC6-490C-9277-3ECAA1C62323}">
      <dsp:nvSpPr>
        <dsp:cNvPr id="0" name=""/>
        <dsp:cNvSpPr/>
      </dsp:nvSpPr>
      <dsp:spPr>
        <a:xfrm>
          <a:off x="8872537" y="1189831"/>
          <a:ext cx="1643062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0" rIns="162298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kern="1200" dirty="0"/>
            <a:t>Magnetverbindung</a:t>
          </a:r>
          <a:endParaRPr lang="en-US" sz="2000" kern="1200" dirty="0"/>
        </a:p>
      </dsp:txBody>
      <dsp:txXfrm>
        <a:off x="8872537" y="1978501"/>
        <a:ext cx="1643062" cy="1183005"/>
      </dsp:txXfrm>
    </dsp:sp>
    <dsp:sp modelId="{C40745A2-E32B-4EBD-B1B3-6C9606BA33EC}">
      <dsp:nvSpPr>
        <dsp:cNvPr id="0" name=""/>
        <dsp:cNvSpPr/>
      </dsp:nvSpPr>
      <dsp:spPr>
        <a:xfrm>
          <a:off x="8872537" y="1189831"/>
          <a:ext cx="1643062" cy="78867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2298" tIns="165100" rIns="162298" bIns="16510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06</a:t>
          </a:r>
        </a:p>
      </dsp:txBody>
      <dsp:txXfrm>
        <a:off x="8872537" y="1189831"/>
        <a:ext cx="1643062" cy="7886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AD7AAD-9553-91D9-0FF2-D7823322125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8013C7E-A2DE-1F5F-E20C-5D62CD373C8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77ABCF-1443-F213-9E34-00DDCC0CD25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2A2CA2F-3A65-4A82-88A9-47DF0CDFDC62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87AE43-8AC7-4A60-CEF3-8F8883A3F33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2D6A09-C7CC-3578-F3FA-46D52CD4B0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8B8354-F74B-483D-9B5D-C124CD6D902E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205670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8A4A0E-13FC-46F7-06F3-FBD7D7E2A6C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BFD231-3FD2-382A-61A2-6EC98B3F3F10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0A5D0-CECF-6D30-7D7B-61EAAB3EAD4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0F74B1-638B-499C-A409-DCBEFA11AE43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D95F4CA-0E46-F527-6015-346BBAF4283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37E80C-BE89-C903-EAE4-C5266B613F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D75106A-4BFC-43F7-BF8C-0228611001BB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086024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919B25-A869-7483-3831-1C6AAA1EF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31F9B03-B16F-EBE0-DC47-ADB50CA3C6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93699D-00DA-20EE-703B-9D1697AF144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C01776-CBF5-40D4-A4BA-BFCC9ACD2A8B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7F59A7-0C03-9DDD-5540-DF74F613F60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059F3F-A376-CFC6-2A42-F8515625B9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7CF351-CB44-4314-BAB2-558B345803E5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774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339F0C-ECEF-F120-FBF3-C15B2FBC5F2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93AF7F-8163-7F61-505E-42C05603C2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36EAF76-E82B-6FE6-8369-81E7FDAE9F2C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454745-CF47-90FE-DDC0-4AB25618463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8D7467E-324F-4802-AD4A-6A2409DB35DD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EB5D33F-A7FA-D25B-93B0-E61CE8BBF95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A0B01C8-710F-713F-D7B5-BA81F4D586F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B8A52F-7459-4810-95C7-46DBC6F3D506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8628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5F5DEA-D845-CD7E-05A6-84E76D599B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9AF538F-E439-750F-6845-023E5ECC4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6B268ED-AB73-6008-1F8F-AF88218D2D38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EE18682-E9F8-19F1-AA16-5F9CA89884C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201E755-9627-9D03-531E-72D9E8C9B13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DCA2A72-E947-2F79-45D6-30387476166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B7EA26A-AE74-401D-82EF-CE19DE3FAA37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2BC3245-9072-399B-8617-D9A7698FA6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AA28C0-3004-779E-E215-C8E73401502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49C8B0-9C1F-4313-9AE2-071601A35478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196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AF586F-7480-4B88-9DB4-26BC688133A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7F44E99-AE8A-C850-7E86-0647343536FF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080926-07CA-4EE2-B44A-B93841AACBC8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8B02DC6-C646-9678-2EF5-D96EB516FB9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9153ED-9269-CD21-18CA-825AF4F8D8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6A66234-09F0-4268-BEA5-CA2CF114DFA1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297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D367258-93D6-6453-E2CA-E4E6946F37A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08904E-724F-44D2-BCD9-1C17D38FCBE7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62B9A1E-A15A-58C5-44D1-71A2EF8237A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45FA22-025E-451D-3CB2-E7B6F110249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210FD9E-36E2-4F34-9CF3-BA35052346AA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4942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94F7EA-A186-D795-409C-E208865172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51EFD8-FF59-5D48-78B3-3095AB1AF91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273A0F-E4E9-B5B7-0218-2F21859E20C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AFD60E8-D27A-347F-5218-9F10CE2D684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52CF3D0-44A3-4F71-94DB-E3F2C3126B43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6DA333-2920-89A4-59BB-9B035E91663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89CF9B-4876-D00D-3738-47F71098AA8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718D8D-BA5F-4B06-A959-F485E325929D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5669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0412A-721A-9605-2EB6-197A859269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5568106-173C-9AB7-19CF-964B6F3A0ED0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518858-33CD-15C7-AD38-9F84DAE6A78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298CD8-B666-ACA3-439A-2C7FEDA50C2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C8BFA4-7CF4-444D-9DE7-AD6AE4C6700F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4A527F-DF99-63D8-04FF-6446A7694F0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014188-197B-6A3E-CEF3-A57BBA4ED96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5A1C5B-F754-4F62-BED9-2A51CACB4838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7503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FC542-536A-6D2C-0F40-62BBB2DA259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891AF34-980C-DCEC-FCC3-B63F6F8CD08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6BA98F4-446F-5E7C-C787-A5289979F51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8766E2-E6EF-4737-A481-782F84570DC4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C69CBF-907C-B472-3D31-BB1E727E8EE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6C47F4-C44B-5600-6A1F-01D18800B48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9CDF8E-BF02-447D-9F68-5B310C7419F8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2461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2080D89-6257-FBEF-E258-C8DA7E0AC98D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AF5C541-A1CF-A85B-BE8B-CFFB63FD7644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B10526-C819-75C3-5EEA-12010CBFF2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A67875-B2BB-4940-9E9A-254A8E2E673C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990523-879A-BDB1-02F4-0BCD944BB24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1C6FC1-4E66-7D0B-6681-160905E6CB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3746F5-3F31-4E8C-A9FB-B4B902F058C4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089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C1B1099-BCAB-76D7-8EDA-586702E388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9BDA17-71C3-F776-6888-4D171436FB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B4579-9C56-1092-ECDC-5FA4094CCDE2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F877FFD-8A85-43E7-9EA2-AD50B1E66D74}" type="datetime1">
              <a:rPr lang="de-DE"/>
              <a:pPr lvl="0"/>
              <a:t>08.10.2026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E809E3-07FB-CED6-52BD-D16D115077BD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A79FEA-0214-FD8A-44B3-9A96B65C5F5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de-DE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47AC87CE-E9C1-42DC-8E96-E3F664DE7C1D}" type="slidenum"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de-DE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de-DE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de-DE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Organisation/02_Jahresplan_SJ2026_27_SPL_4AHWII.xlsx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D0D6BFE-678E-9835-B473-62816182FD7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lvl="0" algn="l"/>
            <a:r>
              <a:rPr lang="de-DE" sz="5400">
                <a:solidFill>
                  <a:srgbClr val="FFFFFF"/>
                </a:solidFill>
              </a:rPr>
              <a:t>Handygarage</a:t>
            </a:r>
            <a:endParaRPr lang="de-DE" sz="4800">
              <a:solidFill>
                <a:srgbClr val="FFFFFF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2A8A66-6056-4032-E77D-DCA394F979B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de-DE" dirty="0"/>
              <a:t>Erik van Haentjens</a:t>
            </a:r>
            <a:endParaRPr lang="de-DE"/>
          </a:p>
          <a:p>
            <a:pPr algn="l"/>
            <a:r>
              <a:rPr lang="de-DE"/>
              <a:t>09.10.2026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6F5777D4-617A-4F17-88F8-BD3184811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E7032628-74E9-D792-F8E0-82542CCF75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38882" y="4501454"/>
            <a:ext cx="10909642" cy="1065833"/>
          </a:xfrm>
        </p:spPr>
        <p:txBody>
          <a:bodyPr anchorCtr="1"/>
          <a:lstStyle/>
          <a:p>
            <a:pPr lvl="0" algn="ctr"/>
            <a:r>
              <a:rPr lang="en-US" sz="6600"/>
              <a:t>Was gibt es am Markt? </a:t>
            </a:r>
          </a:p>
        </p:txBody>
      </p:sp>
      <p:pic>
        <p:nvPicPr>
          <p:cNvPr id="4" name="Grafik 4" descr="/1/2/1270-82114_1_.png">
            <a:extLst>
              <a:ext uri="{FF2B5EF4-FFF2-40B4-BE49-F238E27FC236}">
                <a16:creationId xmlns:a16="http://schemas.microsoft.com/office/drawing/2014/main" id="{C3397D16-BB77-43D8-5B7F-F73E34978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180" b="17885"/>
          <a:stretch>
            <a:fillRect/>
          </a:stretch>
        </p:blipFill>
        <p:spPr>
          <a:xfrm>
            <a:off x="320040" y="416783"/>
            <a:ext cx="5614416" cy="37018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Grafik 5" descr="Handybox aus Acryl mit 20 Fächern">
            <a:extLst>
              <a:ext uri="{FF2B5EF4-FFF2-40B4-BE49-F238E27FC236}">
                <a16:creationId xmlns:a16="http://schemas.microsoft.com/office/drawing/2014/main" id="{B690BE04-C314-BE40-D6FC-0020001BA8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41" t="5791" r="16837" b="10070"/>
          <a:stretch>
            <a:fillRect/>
          </a:stretch>
        </p:blipFill>
        <p:spPr>
          <a:xfrm>
            <a:off x="7073359" y="320040"/>
            <a:ext cx="3976689" cy="389534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sketch line">
            <a:extLst>
              <a:ext uri="{FF2B5EF4-FFF2-40B4-BE49-F238E27FC236}">
                <a16:creationId xmlns:a16="http://schemas.microsoft.com/office/drawing/2014/main" id="{DE9999DF-FFB1-3E3C-F34D-371890BE3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450083" y="5594354"/>
            <a:ext cx="3291840" cy="18288"/>
          </a:xfrm>
          <a:prstGeom prst="rect">
            <a:avLst/>
          </a:prstGeom>
          <a:solidFill>
            <a:srgbClr val="E97132"/>
          </a:solidFill>
          <a:ln w="41276" cap="rnd">
            <a:solidFill>
              <a:srgbClr val="E97132"/>
            </a:solidFill>
            <a:prstDash val="solid"/>
            <a:round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Textfeld 8">
            <a:extLst>
              <a:ext uri="{FF2B5EF4-FFF2-40B4-BE49-F238E27FC236}">
                <a16:creationId xmlns:a16="http://schemas.microsoft.com/office/drawing/2014/main" id="{72A0E116-4884-A8E2-469D-38E463B6BF1B}"/>
              </a:ext>
            </a:extLst>
          </p:cNvPr>
          <p:cNvSpPr txBox="1"/>
          <p:nvPr/>
        </p:nvSpPr>
        <p:spPr>
          <a:xfrm>
            <a:off x="9284012" y="3920499"/>
            <a:ext cx="3224979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SPINDMAX HG-2-24-ZS</a:t>
            </a:r>
          </a:p>
        </p:txBody>
      </p:sp>
      <p:sp>
        <p:nvSpPr>
          <p:cNvPr id="8" name="Textfeld 9">
            <a:extLst>
              <a:ext uri="{FF2B5EF4-FFF2-40B4-BE49-F238E27FC236}">
                <a16:creationId xmlns:a16="http://schemas.microsoft.com/office/drawing/2014/main" id="{CEDD69F4-CAF9-EAD8-A044-B9D2F98FDC7A}"/>
              </a:ext>
            </a:extLst>
          </p:cNvPr>
          <p:cNvSpPr txBox="1"/>
          <p:nvPr/>
        </p:nvSpPr>
        <p:spPr>
          <a:xfrm>
            <a:off x="318842" y="4005428"/>
            <a:ext cx="1720644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rPr>
              <a:t>MyPauze Handyhotel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7E5C039-9B50-27DC-A3D4-8908E25BBF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706" b="1006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08C1DA7-29BA-E13D-386A-EFFA39D4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Welche</a:t>
            </a:r>
            <a:r>
              <a:rPr lang="en-U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Funktionen</a:t>
            </a:r>
            <a:r>
              <a:rPr lang="en-U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soll</a:t>
            </a:r>
            <a:r>
              <a:rPr lang="en-U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das </a:t>
            </a:r>
            <a:r>
              <a:rPr lang="en-U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fertige</a:t>
            </a:r>
            <a:r>
              <a:rPr lang="en-U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Gerät</a:t>
            </a:r>
            <a:r>
              <a:rPr lang="en-U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haben</a:t>
            </a:r>
            <a:r>
              <a:rPr lang="en-U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graphicFrame>
        <p:nvGraphicFramePr>
          <p:cNvPr id="10" name="Textfeld 7">
            <a:extLst>
              <a:ext uri="{FF2B5EF4-FFF2-40B4-BE49-F238E27FC236}">
                <a16:creationId xmlns:a16="http://schemas.microsoft.com/office/drawing/2014/main" id="{E47EC5CA-C213-248D-66F5-4B830E8F0E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689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8769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4CB4F84-EAEB-9360-EAB8-FDC913B2B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de-DE" sz="5400"/>
              <a:t>Größten Schwierigkeiten </a:t>
            </a:r>
          </a:p>
        </p:txBody>
      </p:sp>
      <p:pic>
        <p:nvPicPr>
          <p:cNvPr id="4" name="Grafik 3" descr="Kostenlose Vektor mann denkt schwierigkeiten illustration isoliert">
            <a:extLst>
              <a:ext uri="{FF2B5EF4-FFF2-40B4-BE49-F238E27FC236}">
                <a16:creationId xmlns:a16="http://schemas.microsoft.com/office/drawing/2014/main" id="{7020FA96-FD66-0D58-20FC-5EA6B6807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055" r="2203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36B1D2-252F-B7C6-BD45-2EDA104DB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de-DE" dirty="0"/>
              <a:t>Gehäuseverbindung</a:t>
            </a:r>
          </a:p>
          <a:p>
            <a:r>
              <a:rPr lang="de-DE" dirty="0"/>
              <a:t>Verbindung zum Server</a:t>
            </a:r>
          </a:p>
          <a:p>
            <a:r>
              <a:rPr lang="de-DE" dirty="0" err="1"/>
              <a:t>Cybersecurity</a:t>
            </a:r>
            <a:r>
              <a:rPr lang="de-DE" dirty="0"/>
              <a:t> des Servers</a:t>
            </a:r>
          </a:p>
        </p:txBody>
      </p:sp>
    </p:spTree>
    <p:extLst>
      <p:ext uri="{BB962C8B-B14F-4D97-AF65-F5344CB8AC3E}">
        <p14:creationId xmlns:p14="http://schemas.microsoft.com/office/powerpoint/2010/main" val="546036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204AF8FF-E490-E514-B3F4-ABDF1A9865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" r="-2" b="4013"/>
          <a:stretch>
            <a:fillRect/>
          </a:stretch>
        </p:blipFill>
        <p:spPr>
          <a:xfrm>
            <a:off x="1313042" y="0"/>
            <a:ext cx="9565916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1108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593F6EA5-28FD-CA34-1BA6-EBC7DD7D4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7256" r="-2" b="8105"/>
          <a:stretch>
            <a:fillRect/>
          </a:stretch>
        </p:blipFill>
        <p:spPr>
          <a:xfrm>
            <a:off x="694158" y="0"/>
            <a:ext cx="10803683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15220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17" y="8300"/>
            <a:ext cx="12193117" cy="68497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D6152EC-5897-8E17-CE28-3B89C3AA0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-76" b="772"/>
          <a:stretch>
            <a:fillRect/>
          </a:stretch>
        </p:blipFill>
        <p:spPr>
          <a:xfrm>
            <a:off x="1517904" y="0"/>
            <a:ext cx="9155073" cy="6841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5318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390336D5-6BF1-D0D1-F1B0-D651CCC0D563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003406"/>
              </p:ext>
            </p:extLst>
          </p:nvPr>
        </p:nvGraphicFramePr>
        <p:xfrm>
          <a:off x="0" y="2128044"/>
          <a:ext cx="12242320" cy="2738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483163" imgH="2568144" progId="Excel.Sheet.12">
                  <p:embed/>
                </p:oleObj>
              </mc:Choice>
              <mc:Fallback>
                <p:oleObj name="Worksheet" r:id="rId2" imgW="11483163" imgH="256814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2128044"/>
                        <a:ext cx="12242320" cy="27385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68188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0"/>
            <a:ext cx="4654286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78D00C-5B69-5BEB-EB3A-954AD030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9" y="637762"/>
            <a:ext cx="2899568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Zeitplan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2535" y="0"/>
            <a:ext cx="7539455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35508E-1084-2DD8-DA1C-6EEB67612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775" y="637762"/>
            <a:ext cx="5600580" cy="55767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  <a:hlinkClick r:id="rId2" action="ppaction://hlinkfile"/>
              </a:rPr>
              <a:t>Organisation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 action="ppaction://hlinkfile"/>
              </a:rPr>
              <a:t>\02_Jahresplan_SJ2026_27_SPL_4AHWII.xlsx</a:t>
            </a: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96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Breitbild</PresentationFormat>
  <Paragraphs>25</Paragraphs>
  <Slides>9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Worksheet</vt:lpstr>
      <vt:lpstr>Handygarage</vt:lpstr>
      <vt:lpstr>Was gibt es am Markt? </vt:lpstr>
      <vt:lpstr>Welche Funktionen soll das fertige Gerät haben </vt:lpstr>
      <vt:lpstr>Größten Schwierigkeiten </vt:lpstr>
      <vt:lpstr>PowerPoint-Präsentation</vt:lpstr>
      <vt:lpstr>PowerPoint-Präsentation</vt:lpstr>
      <vt:lpstr>PowerPoint-Präsentation</vt:lpstr>
      <vt:lpstr>PowerPoint-Präsentation</vt:lpstr>
      <vt:lpstr>Zeitplan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 van Haentjens</dc:creator>
  <cp:lastModifiedBy>Erik van Haentjens</cp:lastModifiedBy>
  <cp:revision>5</cp:revision>
  <dcterms:created xsi:type="dcterms:W3CDTF">2026-10-05T13:18:47Z</dcterms:created>
  <dcterms:modified xsi:type="dcterms:W3CDTF">2026-10-08T18:30:13Z</dcterms:modified>
</cp:coreProperties>
</file>